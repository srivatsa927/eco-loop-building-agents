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8" r:id="rId3"/>
    <p:sldId id="281" r:id="rId4"/>
    <p:sldId id="290" r:id="rId6"/>
    <p:sldId id="293" r:id="rId7"/>
    <p:sldId id="299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</a:fld>
            <a:endParaRPr lang="en-US"/>
          </a:p>
        </p:txBody>
      </p:sp>
      <p:sp>
        <p:nvSpPr>
          <p:cNvPr id="6" name="Subtitle 3"/>
          <p:cNvSpPr txBox="1"/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7510" y="1203325"/>
            <a:ext cx="10772140" cy="4712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Eco-Loop Building Agents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Clean &amp; Green Technology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portal)- Sirivolu Srivatsa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ID- 20522607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Eco-Loop Building Agents — Closed-Loop LLM Control for Building Energy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2064921"/>
            <a:ext cx="11826003" cy="4200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 fontScale="90000" lnSpcReduction="10000"/>
          </a:bodyPr>
          <a:lstStyle/>
          <a:p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Proposed Solution (Describe your Idea/Solution/Prototype)</a:t>
            </a:r>
            <a:endParaRPr lang="en-US" sz="2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closed-loop AI that reads a live EnergyPlus simulation and writes real HVAC setpoint decisions back into it every control step - proven live, not just simulated on paper.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Cuts building energy use while protecting occupant comfort, verified end-to-end with a real local LLM - not a rule engine or a spreadsheet estimate.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Detailed explanation of the proposed solution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Live EnergyPlus + a local LLM agent (Llama 3.1 8B) that reads sensor state every step via a real MCP server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Agent decides setpoints -&gt; safety-clamped -&gt; written straight back into the running simulation (EMS actuators)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How it addresses the problem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Rigid BMS schedules can't react to real-time weather, occupancy, or grid carbon intensity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Verified: 0.9% energy reduction, comfort held at 91.9% (vs. 97.5% baseline)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Innovation and uniqueness of the solution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Genuine MCP tool-calling agent, not a rules engine relabeled "AI" - open-source, fully local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Safety-first: clamped decisions + auto-fallback -&gt; 0 crashes across 80+ live decisions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58495" y="1224280"/>
            <a:ext cx="10923905" cy="33534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Technologies to be used (e.g. programming languages, frameworks, hardware)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Python, EnergyPlus 26.1 (Python API / EMS), pandas, matplotlib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Ollama running Llama 3.1 8B (open-source LLM, fully local)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 Context Protocol (MCP) for the agent's tool-calling layer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Methodology and process for implementation (Flow Charts/Images/ working prototype)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342900" algn="just">
              <a:buFont typeface="Arial" panose="020B0604020202020204" pitchFamily="34" charset="0"/>
              <a:buChar char="–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Built and verified end-to-end - see closed-loop flow below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Architecture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9675" y="4575175"/>
            <a:ext cx="6981825" cy="203898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49885" y="1287780"/>
            <a:ext cx="11232515" cy="52127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of the feasibility of the idea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342900" algn="just" defTabSz="457200" rtl="0" eaLnBrk="1" fontAlgn="base" latinLnBrk="0" hangingPunct="1">
              <a:buFont typeface="Arial" panose="020B0604020202020204" pitchFamily="34" charset="0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Already built and verified end-to-end - real EnergyPlus + real LLM + real MCP, tested across multiple full runs</a:t>
            </a:r>
            <a:endParaRPr lang="en-US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342900" algn="just" defTabSz="457200" rtl="0" eaLnBrk="1" fontAlgn="base" latinLnBrk="0" hangingPunct="1">
              <a:buFont typeface="Arial" panose="020B0604020202020204" pitchFamily="34" charset="0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 open-source, runs on one commodity machine - no cloud spend</a:t>
            </a:r>
            <a:endParaRPr lang="en-US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challenges and risks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342900" algn="just" defTabSz="457200" rtl="0" eaLnBrk="1" fontAlgn="base" latinLnBrk="0" hangingPunct="1">
              <a:buFont typeface="Arial" panose="020B0604020202020204" pitchFamily="34" charset="0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latency and variability (20-125s per decision on an 8B local model)</a:t>
            </a:r>
            <a:endParaRPr lang="en-US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342900" algn="just" defTabSz="457200" rtl="0" eaLnBrk="1" fontAlgn="base" latinLnBrk="0" hangingPunct="1">
              <a:buFont typeface="Arial" panose="020B0604020202020204" pitchFamily="34" charset="0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model doesn't always follow multi-step rules consistently</a:t>
            </a:r>
            <a:endParaRPr lang="en-US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for overcoming these challenges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342900" algn="just" defTabSz="457200" rtl="0" eaLnBrk="1" fontAlgn="base" latinLnBrk="0" hangingPunct="1">
              <a:buFont typeface="Arial" panose="020B0604020202020204" pitchFamily="34" charset="0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timeout + fallback to last-known-good setpoints -&gt; 0 crashes across 80+ decisions</a:t>
            </a:r>
            <a:endParaRPr lang="en-US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342900" algn="just" defTabSz="457200" rtl="0" eaLnBrk="1" fontAlgn="base" latinLnBrk="0" hangingPunct="1">
              <a:buFont typeface="Arial" panose="020B0604020202020204" pitchFamily="34" charset="0"/>
              <a:buChar char="–"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Iteratively strengthened prompts lifted comfort compliance from 79% to 91%</a:t>
            </a:r>
            <a:endParaRPr lang="en-US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ARTIFACTS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36703"/>
            <a:ext cx="9385300" cy="22467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Relevant artifacts, such as :</a:t>
            </a: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of the Code Embedded - full source at github.com/srivatsa927/Eco-Loop-Building-Agents</a:t>
            </a: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Snaps of the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proposal</a:t>
            </a: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snaps</a:t>
            </a: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pic>
        <p:nvPicPr>
          <p:cNvPr id="21" name="Dashboard Chart - Energy Saving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75" y="3981450"/>
            <a:ext cx="2626360" cy="2072640"/>
          </a:xfrm>
          <a:prstGeom prst="rect">
            <a:avLst/>
          </a:prstGeom>
        </p:spPr>
      </p:pic>
      <p:sp>
        <p:nvSpPr>
          <p:cNvPr id="23" name="Caption Dashboard"/>
          <p:cNvSpPr txBox="1"/>
          <p:nvPr/>
        </p:nvSpPr>
        <p:spPr>
          <a:xfrm>
            <a:off x="3341140" y="6127780"/>
            <a:ext cx="156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00" i="1" dirty="0">
                <a:solidFill>
                  <a:schemeClr val="tx2"/>
                </a:solidFill>
                <a:latin typeface="Arial" panose="020B0604020202020204" pitchFamily="34" charset="0"/>
              </a:rPr>
              <a:t>Energy savings — dashboard.html</a:t>
            </a:r>
            <a:endParaRPr lang="en-US" sz="1100" i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pic>
        <p:nvPicPr>
          <p:cNvPr id="22" name="Code Snippet - safety.p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785" y="4224655"/>
            <a:ext cx="3265170" cy="1560195"/>
          </a:xfrm>
          <a:prstGeom prst="rect">
            <a:avLst/>
          </a:prstGeom>
        </p:spPr>
      </p:pic>
      <p:sp>
        <p:nvSpPr>
          <p:cNvPr id="24" name="Caption Code"/>
          <p:cNvSpPr txBox="1"/>
          <p:nvPr/>
        </p:nvSpPr>
        <p:spPr>
          <a:xfrm>
            <a:off x="6494190" y="6054120"/>
            <a:ext cx="258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00" i="1" dirty="0">
                <a:solidFill>
                  <a:schemeClr val="tx2"/>
                </a:solidFill>
                <a:latin typeface="Arial" panose="020B0604020202020204" pitchFamily="34" charset="0"/>
              </a:rPr>
              <a:t>Safety-clamped setpoints — src/safety.py</a:t>
            </a:r>
            <a:endParaRPr lang="en-US" sz="1100" i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15458"/>
            <a:ext cx="93853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Details / Links of the reference and research work</a:t>
            </a:r>
            <a:endParaRPr lang="en-US" sz="2800" noProof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342900" algn="just" defTabSz="457200" rtl="0" eaLnBrk="1" fontAlgn="base" latinLnBrk="0" hangingPunct="1">
              <a:buFont typeface="Arial" panose="020B0604020202020204" pitchFamily="34" charset="0"/>
              <a:buChar char="–"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EnergyPlus &amp; DOE reference building models - energyplus.net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342900" algn="just" defTabSz="457200" rtl="0" eaLnBrk="1" fontAlgn="base" latinLnBrk="0" hangingPunct="1">
              <a:buFont typeface="Arial" panose="020B0604020202020204" pitchFamily="34" charset="0"/>
              <a:buChar char="–"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Context Protocol specification - modelcontextprotocol.io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342900" algn="just" defTabSz="457200" rtl="0" eaLnBrk="1" fontAlgn="base" latinLnBrk="0" hangingPunct="1">
              <a:buFont typeface="Arial" panose="020B0604020202020204" pitchFamily="34" charset="0"/>
              <a:buChar char="–"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 Llama 3.1 (model card) served locally via Ollama - ollama.com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342900" algn="just" defTabSz="457200" rtl="0" eaLnBrk="1" fontAlgn="base" latinLnBrk="0" hangingPunct="1">
              <a:buFont typeface="Arial" panose="020B0604020202020204" pitchFamily="34" charset="0"/>
              <a:buChar char="–"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 art: EnergyPlus EMS Python API used for RL-based HVAC control research (e.g. RL-EmsPy, RL-BCA)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342900" algn="just" defTabSz="457200" rtl="0" eaLnBrk="1" fontAlgn="base" latinLnBrk="0" hangingPunct="1">
              <a:buFont typeface="Arial" panose="020B0604020202020204" pitchFamily="34" charset="0"/>
              <a:buChar char="–"/>
            </a:pPr>
            <a:r>
              <a:rPr lang="en-US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repo: github.com/srivatsa927/Eco-Loop-Building-Agents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3206</Words>
  <Application>WPS Presentation</Application>
  <PresentationFormat>Widescreen</PresentationFormat>
  <Paragraphs>90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Microsoft YaHei</vt:lpstr>
      <vt:lpstr>Arial Unicode MS</vt:lpstr>
      <vt:lpstr>Office Theme</vt:lpstr>
      <vt:lpstr>PowerPoint 演示文稿</vt:lpstr>
      <vt:lpstr> Eco-Loop Building Agents — Closed-Loop LLM Control for Building Energy</vt:lpstr>
      <vt:lpstr>TECHNICAL APPROACH</vt:lpstr>
      <vt:lpstr>FEASIBILITY AND VIABILITY</vt:lpstr>
      <vt:lpstr>ARTIFACTS</vt:lpstr>
      <vt:lpstr>RESEARCH  AND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creator/>
  <cp:lastModifiedBy>Sirivolu Srivatsa</cp:lastModifiedBy>
  <cp:revision>156</cp:revision>
  <dcterms:created xsi:type="dcterms:W3CDTF">2013-12-12T18:46:00Z</dcterms:created>
  <dcterms:modified xsi:type="dcterms:W3CDTF">2026-07-26T15:51:56Z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4E2B512CCB6049DA8AAECD2FA618A4F0_13</vt:lpwstr>
  </property>
  <property fmtid="{D5CDD505-2E9C-101B-9397-08002B2CF9AE}" pid="3" name="KSOProductBuildVer">
    <vt:lpwstr>1033-12.1.0.27458</vt:lpwstr>
  </property>
</Properties>
</file>